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E87D2F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bubble3D val="0"/>
            <c:spPr>
              <a:solidFill>
                <a:srgbClr val="1B2A4A"/>
              </a:solidFill>
              <a:effectLst/>
            </c:spPr>
          </c:dPt>
          <c:dPt>
            <c:idx val="6"/>
            <c:bubble3D val="0"/>
            <c:spPr>
              <a:solidFill>
                <a:srgbClr val="7A7A8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2D2D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Platform</c:v>
                </c:pt>
                <c:pt idx="1">
                  <c:v>Outreach</c:v>
                </c:pt>
                <c:pt idx="2">
                  <c:v>Safe Space</c:v>
                </c:pt>
                <c:pt idx="3">
                  <c:v>Training</c:v>
                </c:pt>
                <c:pt idx="4">
                  <c:v>Awareness</c:v>
                </c:pt>
                <c:pt idx="5">
                  <c:v>Operations</c:v>
                </c:pt>
                <c:pt idx="6">
                  <c:v>M&amp;E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24</c:v>
                </c:pt>
                <c:pt idx="1">
                  <c:v>24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0"/>
            <a:ext cx="3657600" cy="3657600"/>
          </a:xfrm>
          <a:prstGeom prst="ellipse">
            <a:avLst/>
          </a:prstGeom>
          <a:solidFill>
            <a:srgbClr val="E87D2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1097280"/>
            <a:ext cx="2011680" cy="20116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ONGERA UBEHO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&amp; Family Mentorship Hub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Reconnecting youth, healing families, rebuilding futures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  |  SDG 10: Reduced Inequalities  |  SDG 16: Peace &amp; Justice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D9488">
              <a:alpha val="7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HATANA Innovation Bootcamp – SEF 2.0  |  Mastercard Foundation Scholars Program  |  University of Rwanda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CRISIS: YOUTH FALLING THROUGH THE CRACKS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Rwanda, children and young people are leaving homes and ending up on streets — not just because of poverty, but because families have nowhere to turn.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1645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371600"/>
            <a:ext cx="1645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&amp; Substance Abuse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youth away from families and schools into dangerous cycles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029968" y="1371600"/>
            <a:ext cx="1645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029968" y="1371600"/>
            <a:ext cx="1645920" cy="5486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4" name="Shape 10"/>
          <p:cNvSpPr/>
          <p:nvPr/>
        </p:nvSpPr>
        <p:spPr>
          <a:xfrm>
            <a:off x="2532888" y="1554480"/>
            <a:ext cx="640080" cy="640080"/>
          </a:xfrm>
          <a:prstGeom prst="ellipse">
            <a:avLst/>
          </a:prstGeom>
          <a:solidFill>
            <a:srgbClr val="E87D2F">
              <a:alpha val="1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16459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21408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Gambling Addiction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121408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men aged 15–25 facing financial ruin and family breakdown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85616" y="1371600"/>
            <a:ext cx="1645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785616" y="1371600"/>
            <a:ext cx="1645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5"/>
          <p:cNvSpPr/>
          <p:nvPr/>
        </p:nvSpPr>
        <p:spPr>
          <a:xfrm>
            <a:off x="4288536" y="1554480"/>
            <a:ext cx="640080" cy="6400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645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77056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Pressure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877056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social influence causing school dropout and antisocial behavior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541264" y="1371600"/>
            <a:ext cx="1645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541264" y="1371600"/>
            <a:ext cx="16459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0"/>
          <p:cNvSpPr/>
          <p:nvPr/>
        </p:nvSpPr>
        <p:spPr>
          <a:xfrm>
            <a:off x="6044184" y="1554480"/>
            <a:ext cx="640080" cy="640080"/>
          </a:xfrm>
          <a:prstGeom prst="ellipse">
            <a:avLst/>
          </a:prstGeom>
          <a:solidFill>
            <a:srgbClr val="1B2A4A">
              <a:alpha val="15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6459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32704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Breakdown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632704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children unable to talk, leaving problems hidden until too late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296912" y="1371600"/>
            <a:ext cx="1645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296912" y="1371600"/>
            <a:ext cx="1645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25"/>
          <p:cNvSpPr/>
          <p:nvPr/>
        </p:nvSpPr>
        <p:spPr>
          <a:xfrm>
            <a:off x="7799832" y="155448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164592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88352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 Children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388352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living under bridges and in markets with no shelter, food, or guidance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problem: </a:t>
            </a:r>
            <a:pPr indent="0" marL="0">
              <a:buNone/>
            </a:pPr>
            <a:r>
              <a:rPr lang="en-US" sz="12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Rwanda's youth are falling into addiction, the streets, and hopelessness — while their families have NO affordable, accessible, and culturally relevant support system to stop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D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CURRENT SOLUTIONS ARE FAILING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5029200" cy="777240"/>
          </a:xfrm>
          <a:prstGeom prst="rect">
            <a:avLst/>
          </a:prstGeom>
          <a:solidFill>
            <a:srgbClr val="FEF3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64008" cy="777240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144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Counseling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261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and inaccessible for most Rwandan families — limited to urban areas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5029200" cy="777240"/>
          </a:xfrm>
          <a:prstGeom prst="rect">
            <a:avLst/>
          </a:prstGeom>
          <a:solidFill>
            <a:srgbClr val="FEF3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828800"/>
            <a:ext cx="64008" cy="777240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288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5156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Pathway for Street Children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2176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by existing programs — no structured route back to safety or education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EF3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43200"/>
            <a:ext cx="64008" cy="777240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7432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5156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Have Nowhere to Go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3090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place to share problems or receive practical, affordable guidance in Kinyarwanda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657600"/>
            <a:ext cx="5029200" cy="777240"/>
          </a:xfrm>
          <a:prstGeom prst="rect">
            <a:avLst/>
          </a:prstGeom>
          <a:solidFill>
            <a:srgbClr val="FEF3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657600"/>
            <a:ext cx="64008" cy="777240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6576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</a:rPr>
              <a:t>✗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5156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Mentor-Matching Platform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4005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connecting concerned families with trained community mentors in their context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6072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Suffers Most?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60720" y="141732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48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0080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aged 12–25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income levels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760720" y="219456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31720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008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 &amp; young women: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victims of peer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early pregnancy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60720" y="297180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10896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40080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children who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fallen 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safety nets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760720" y="374904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3886200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0080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caregivers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desperate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have no help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2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Question: "Who exactly has this problem?" → Every Rwandan family is one conversation away from this crisis.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ONGERA UBEHO HUB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community-based Youth &amp; Family Mentorship Platform combining a physical safe space with a simple digital system (USSD/WhatsApp) — built on human connection first.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28016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280160"/>
            <a:ext cx="4206240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307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1: Family Mentorship Platform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register via basic phone (USSD) or WhatsApp — no smartphone or data plan needed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describe their child's problem, severity, and what they've tried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7180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matches them with a trained Kinyarwanda-speaking community mentor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7472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724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happens face-to-face, by phone, or in small group sessions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7764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724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scale: 2,000–5,000 RWF/month; low-income families fully subsidized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4663440" y="128016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663440" y="1280160"/>
            <a:ext cx="4206240" cy="502920"/>
          </a:xfrm>
          <a:prstGeom prst="rect">
            <a:avLst/>
          </a:prstGeom>
          <a:solidFill>
            <a:srgbClr val="E87D2F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353312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57800" y="13075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2: Street Youth Rehabilitation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96596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6636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team visits street youth weekly under bridges and in markets — building trust</a:t>
            </a:r>
            <a:endParaRPr lang="en-US" sz="10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246888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6636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basic support: food, hygiene supplies, and first aid</a:t>
            </a:r>
            <a:endParaRPr lang="en-US" sz="10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971800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6636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youth enrolled in structured mentorship at a community safe space</a:t>
            </a:r>
            <a:endParaRPr lang="en-US" sz="10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474720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16636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covers: life skills, psychosocial support, family reintegration, vocational awareness</a:t>
            </a:r>
            <a:endParaRPr lang="en-US" sz="10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977640"/>
            <a:ext cx="201168" cy="20116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16636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who cannot reunify are connected to government shelters and NGO partners</a:t>
            </a:r>
            <a:endParaRPr lang="en-US" sz="1000" dirty="0"/>
          </a:p>
        </p:txBody>
      </p:sp>
      <p:sp>
        <p:nvSpPr>
          <p:cNvPr id="34" name="Shape 19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35" name="Text 20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"ONGERA UBEHO does not wait for the problem to become a tragedy. It intervenes early, speaks the community's language, and gives every young Rwandan a path back to dignity."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WORKS IN RWANDA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7" name="Shape 4"/>
          <p:cNvSpPr/>
          <p:nvPr/>
        </p:nvSpPr>
        <p:spPr>
          <a:xfrm>
            <a:off x="1280160" y="1005840"/>
            <a:ext cx="594360" cy="594360"/>
          </a:xfrm>
          <a:prstGeom prst="ellipse">
            <a:avLst/>
          </a:prstGeom>
          <a:solidFill>
            <a:srgbClr val="E87D2F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Connection First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Rwandans trust community-based, face-to-face interaction more than apps alone. ONGERA UBEHO is built on real human relationships.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0040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1005840"/>
            <a:ext cx="594360" cy="59436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972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USSD/SMS = Zero Data Needed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9184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the most basic phones. No smartphone, no internet required. Nobody is excluded by poverty or technology.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4"/>
          <p:cNvSpPr/>
          <p:nvPr/>
        </p:nvSpPr>
        <p:spPr>
          <a:xfrm>
            <a:off x="7132320" y="1005840"/>
            <a:ext cx="594360" cy="5943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0972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Kinyarwanda-Native Mentors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1792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mentors speak Kinyarwanda and come from the same communities they serve. Zero cultural gap. Zero language barrier.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7432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2788920"/>
            <a:ext cx="27432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Shape 19"/>
          <p:cNvSpPr/>
          <p:nvPr/>
        </p:nvSpPr>
        <p:spPr>
          <a:xfrm>
            <a:off x="1280160" y="2971800"/>
            <a:ext cx="594360" cy="594360"/>
          </a:xfrm>
          <a:prstGeom prst="ellipse">
            <a:avLst/>
          </a:prstGeom>
          <a:solidFill>
            <a:srgbClr val="1B2A4A">
              <a:alpha val="15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632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Dual-Track Model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57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initiative in Rwanda that links family-based mentorship with street youth rehabilitation under one umbrella.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0040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4"/>
          <p:cNvSpPr/>
          <p:nvPr/>
        </p:nvSpPr>
        <p:spPr>
          <a:xfrm>
            <a:off x="4206240" y="2971800"/>
            <a:ext cx="594360" cy="59436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06324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9184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Over Cure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youth BEFORE the crisis becomes irreversible. Early intervention saves lives and saves money.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126480" y="27889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126480" y="278892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Shape 29"/>
          <p:cNvSpPr/>
          <p:nvPr/>
        </p:nvSpPr>
        <p:spPr>
          <a:xfrm>
            <a:off x="7132320" y="2971800"/>
            <a:ext cx="594360" cy="59436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063240"/>
            <a:ext cx="411480" cy="411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179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Women &amp; Girls Centered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21792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mentors recruited and trained. Girls receive targeted support. At least 60% of youth beneficiaries are young women.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 IN 6 MONTHS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USD $5,000 seed funding, ONGERA UBEHO will achieve: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0EA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64008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46304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6459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At-Home Youth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4592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active mentorship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family reconnection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188720"/>
            <a:ext cx="64008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4630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94360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 Children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4360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in rehabilitation: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space, food, life skills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4023360" cy="1508760"/>
          </a:xfrm>
          <a:prstGeom prst="rect">
            <a:avLst/>
          </a:prstGeom>
          <a:solidFill>
            <a:srgbClr val="FEF3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880360"/>
            <a:ext cx="64008" cy="1508760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" y="3154680"/>
            <a:ext cx="822960" cy="822960"/>
          </a:xfrm>
          <a:prstGeom prst="ellipse">
            <a:avLst/>
          </a:prstGeom>
          <a:solidFill>
            <a:srgbClr val="E87D2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64592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Supported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4592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parenting &amp; crisis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through mentors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2880360"/>
            <a:ext cx="4023360" cy="15087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880360"/>
            <a:ext cx="64008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Shape 23"/>
          <p:cNvSpPr/>
          <p:nvPr/>
        </p:nvSpPr>
        <p:spPr>
          <a:xfrm>
            <a:off x="4937760" y="315468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5943600" y="3017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 Trained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94360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 community mentors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capacity building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130+ direct beneficiaries in 6 months  |  Women &amp; girls: 60%+ of youth beneficiaries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BUDGET: USD $5,000 SEED FUNDING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548640"/>
                <a:gridCol w="4663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This Builds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Development (USSD/WhatsApp)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USSD/WhatsApp registration &amp; mentor matching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Youth Outreach (6 months)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Transport, food, hygiene supplies, weekly outreach visits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Safe Space Rental (6 months)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mentorship space for sessions and activities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Training Workshop (10 mentors)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2-day training, materials, and certification for community mentors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Campaign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radio spots, flyers, local mobilization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transport, communications,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2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tools, impact tracking,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Complete 6-month pilot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57200" y="3840480"/>
          <a:ext cx="32004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/>
          <p:nvPr/>
        </p:nvSpPr>
        <p:spPr>
          <a:xfrm>
            <a:off x="38404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Judge's Question: "What will the USD 5,000 build?" → A fully operational 6-month pilot reaching 130+ beneficiaries.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&amp; SCALABILITY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ONGERA UBEHO Different?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844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platform in Rwanda connecting parents directly to community mentors for youth behavioral crises — in Kinyarwanda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1828800"/>
            <a:ext cx="4114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initiative linking family-based mentorship with street youth rehabilitation under one umbrella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" y="2468880"/>
            <a:ext cx="4114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7860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USSD/SMS access ensures nobody is excluded by poverty or lack of smartphone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57200" y="3108960"/>
            <a:ext cx="41148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1868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Sliding-scale payment creates financial sustainability without excluding the vulnerable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Will ONGERA UBEHO Grow?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846320" y="1188720"/>
            <a:ext cx="39319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4937760" y="12618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5486400" y="12070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Months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8640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130+ beneficiaries. Prove model. Collect evidence.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4846320" y="1828800"/>
            <a:ext cx="39319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4937760" y="1901952"/>
            <a:ext cx="411480" cy="411480"/>
          </a:xfrm>
          <a:prstGeom prst="ellipse">
            <a:avLst/>
          </a:prstGeom>
          <a:solidFill>
            <a:srgbClr val="E87D2F"/>
          </a:solidFill>
          <a:ln/>
        </p:spPr>
      </p:sp>
      <p:sp>
        <p:nvSpPr>
          <p:cNvPr id="25" name="Text 18"/>
          <p:cNvSpPr/>
          <p:nvPr/>
        </p:nvSpPr>
        <p:spPr>
          <a:xfrm>
            <a:off x="493776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0" y="18470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paying families subsidizes free services for street youth.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846320" y="2468880"/>
            <a:ext cx="39319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4937760" y="254203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3"/>
          <p:cNvSpPr/>
          <p:nvPr/>
        </p:nvSpPr>
        <p:spPr>
          <a:xfrm>
            <a:off x="493776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54864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MINISANTE &amp; MIGEPROF for integration into national programs.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4846320" y="3108960"/>
            <a:ext cx="393192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4937760" y="3182112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28"/>
          <p:cNvSpPr/>
          <p:nvPr/>
        </p:nvSpPr>
        <p:spPr>
          <a:xfrm>
            <a:off x="493776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486400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3+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48640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mentor training in every district. Expand to university campuses for student mental health.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0" y="3886200"/>
            <a:ext cx="9144000" cy="1261872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HATANA ALIGNMENT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3152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local problem ✓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56616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as direct beneficiaries ✓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640080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girls benefit ✓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73152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not excluded ✓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356616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offline tech ✓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400800" y="4617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Prototypable with $5,000 ✓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73152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focus ✓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356616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well-being ✓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400800" y="4937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&amp; NST2 aligned 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TEAM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Rwanda students and Mastercard Foundation Scholars — multidisciplinary, passionate, and community-rooted.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1645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88720"/>
            <a:ext cx="1645920" cy="822960"/>
          </a:xfrm>
          <a:prstGeom prst="rect">
            <a:avLst/>
          </a:prstGeom>
          <a:solidFill>
            <a:srgbClr val="E87D2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Lead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Liaison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strategy, stakeholder engagement, community partnerships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029968" y="1188720"/>
            <a:ext cx="1645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029968" y="1188720"/>
            <a:ext cx="1645920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1325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21408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Lead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121408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USSD/WhatsApp system development, mentor-matching algorithm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785616" y="1188720"/>
            <a:ext cx="1645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785616" y="1188720"/>
            <a:ext cx="1645920" cy="8229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3258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77056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Street Outreach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877056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outreach to street youth, trust-building, safe space management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541264" y="1188720"/>
            <a:ext cx="1645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541264" y="1188720"/>
            <a:ext cx="1645920" cy="8229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3258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32704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Lead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632704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recruitment, training curriculum, quality assurance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7296912" y="1188720"/>
            <a:ext cx="1645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296912" y="1188720"/>
            <a:ext cx="1645920" cy="8229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132588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88352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M&amp;E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Lead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388352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tracking, budget management, donor reporting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female team members | Mastercard Foundation Scholars | Aligned with NST2 &amp; Vision 2050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YOUR QUESTIONS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4206240" cy="5486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886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Who exactly has this problem?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234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Rwandan family with a child aged 12–25 is at risk. This affects both low-income and middle-income households.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77724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77724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886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How do they solve it today (badly)?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2040" y="1234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professional counseling (unavailable to most), or simply nothing. Parents watch helplessly as children drift away.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194560"/>
            <a:ext cx="4206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Why is your solution better and cheaper?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2651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 mentors at 2,000 RWF/month vs. professional counselors at 20,000+ RWF. USSD access on any phone.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219456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194560"/>
            <a:ext cx="42062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Who benefits in the first 6 months?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2651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direct beneficiaries: 50 youth, 30 street children, 40 families, 10 employed mentors.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74320" y="36118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3611880"/>
            <a:ext cx="420624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How are women and youth included?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" y="4069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female beneficiaries. Female mentors recruited. Girls with early pregnancy receive targeted support.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54880" y="361188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3611880"/>
            <a:ext cx="42062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3721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 How will you sustain after the $5,000?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4069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Sliding-scale fees from families + partnership with MINISANTE &amp; MIGEPROF + replicable district-by-district model.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E87D2F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ONGERA UBEHO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Reconnecting youth. Healing families. Rebuilding futures.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2606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USD $5,000, ONGERA UBEHO will reach 130+ direct beneficiaries in 6 months.
</a:t>
            </a:r>
            <a:pPr algn="ctr" indent="0" marL="0">
              <a:buNone/>
            </a:pPr>
            <a:r>
              <a:rPr lang="en-US" sz="13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HATANA platform behind it, ONGERA UBEHO will grow into a national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any district can replicate.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believe every young Rwandan deserves a path forward."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434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ONGERA UBEHO TEAM  |  University of Rwanda
</a:t>
            </a:r>
            <a:pPr algn="ctr" indent="0" marL="0">
              <a:buNone/>
            </a:pPr>
            <a:r>
              <a:rPr lang="en-US" sz="11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Foundation Scholars Program  |  HATANA Innovation Bootcamp – SEF 2.0  |  March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Ongera UBEHO - Youth &amp; Family Mentorship Hub</dc:title>
  <dc:subject>PptxGenJS Presentation</dc:subject>
  <dc:creator>Ongera UBEHO Team</dc:creator>
  <cp:lastModifiedBy>Ongera UBEHO Team</cp:lastModifiedBy>
  <cp:revision>1</cp:revision>
  <dcterms:created xsi:type="dcterms:W3CDTF">2026-03-21T11:23:19Z</dcterms:created>
  <dcterms:modified xsi:type="dcterms:W3CDTF">2026-03-21T11:23:19Z</dcterms:modified>
</cp:coreProperties>
</file>